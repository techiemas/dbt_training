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8" autoAdjust="0"/>
  </p:normalViewPr>
  <p:slideViewPr>
    <p:cSldViewPr snapToGrid="0">
      <p:cViewPr varScale="1">
        <p:scale>
          <a:sx n="95" d="100"/>
          <a:sy n="95" d="100"/>
        </p:scale>
        <p:origin x="120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845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7780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01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7492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270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5913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8473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07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0911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6245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6649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3DC6A-D354-411E-A487-A14316231260}" type="datetimeFigureOut">
              <a:rPr lang="en-PK" smtClean="0"/>
              <a:t>14/04/2023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ACED1FF-87F5-495F-BB79-86991281370D}" type="slidenum">
              <a:rPr lang="en-PK" smtClean="0"/>
              <a:t>‹#›</a:t>
            </a:fld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245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A2DC-073F-0100-60D5-C7BCF144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1" y="606400"/>
            <a:ext cx="4176815" cy="1049235"/>
          </a:xfrm>
        </p:spPr>
        <p:txBody>
          <a:bodyPr>
            <a:normAutofit/>
          </a:bodyPr>
          <a:lstStyle/>
          <a:p>
            <a:r>
              <a:rPr lang="en-GB" sz="3600" dirty="0" err="1"/>
              <a:t>Dbt</a:t>
            </a:r>
            <a:r>
              <a:rPr lang="en-GB" sz="3600" dirty="0"/>
              <a:t> Seeds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6807-D24A-2577-8030-6D549E8EB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1771892"/>
            <a:ext cx="4172515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Seeds are CSV files located in seed directory</a:t>
            </a:r>
          </a:p>
          <a:p>
            <a:pPr>
              <a:lnSpc>
                <a:spcPct val="110000"/>
              </a:lnSpc>
            </a:pPr>
            <a:r>
              <a:rPr lang="en-GB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dbt</a:t>
            </a: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 seed command loads the CSV file in the data warehouse</a:t>
            </a:r>
            <a:endParaRPr lang="en-GB" sz="1600" b="1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GB" sz="16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Seed can be referred like models using ref function</a:t>
            </a:r>
          </a:p>
          <a:p>
            <a:pPr>
              <a:lnSpc>
                <a:spcPct val="110000"/>
              </a:lnSpc>
            </a:pPr>
            <a:r>
              <a:rPr lang="en-GB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dbt</a:t>
            </a: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 seed is best for static data which changes infrequently</a:t>
            </a:r>
          </a:p>
          <a:p>
            <a:pPr>
              <a:lnSpc>
                <a:spcPct val="110000"/>
              </a:lnSpc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Seed properties can be declared in .</a:t>
            </a:r>
            <a:r>
              <a:rPr lang="en-GB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yml</a:t>
            </a: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1413769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1074</TotalTime>
  <Words>49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Rockwell</vt:lpstr>
      <vt:lpstr>Gallery</vt:lpstr>
      <vt:lpstr>Dbt Seeds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Dbt Python Model</dc:title>
  <dc:creator>Qureshi, Saad</dc:creator>
  <cp:lastModifiedBy>Qureshi, Saad</cp:lastModifiedBy>
  <cp:revision>13</cp:revision>
  <dcterms:created xsi:type="dcterms:W3CDTF">2023-04-01T10:00:47Z</dcterms:created>
  <dcterms:modified xsi:type="dcterms:W3CDTF">2023-04-14T18:02:57Z</dcterms:modified>
</cp:coreProperties>
</file>